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8288000" cx="2286000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747775"/>
          </p15:clr>
        </p15:guide>
        <p15:guide id="2" pos="720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720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oboto-boldItalic.fntdata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86179" y="685800"/>
            <a:ext cx="42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e2bb66994_0_0:notes"/>
          <p:cNvSpPr/>
          <p:nvPr>
            <p:ph idx="2" type="sldImg"/>
          </p:nvPr>
        </p:nvSpPr>
        <p:spPr>
          <a:xfrm>
            <a:off x="1286175" y="685800"/>
            <a:ext cx="42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e2bb669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79271" y="2647378"/>
            <a:ext cx="21301500" cy="7297800"/>
          </a:xfrm>
          <a:prstGeom prst="rect">
            <a:avLst/>
          </a:prstGeom>
        </p:spPr>
        <p:txBody>
          <a:bodyPr anchorCtr="0" anchor="b" bIns="219425" lIns="219425" spcFirstLastPara="1" rIns="219425" wrap="square" tIns="219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480"/>
              <a:buNone/>
              <a:defRPr sz="12480"/>
            </a:lvl1pPr>
            <a:lvl2pPr lvl="1" algn="ctr">
              <a:spcBef>
                <a:spcPts val="0"/>
              </a:spcBef>
              <a:spcAft>
                <a:spcPts val="0"/>
              </a:spcAft>
              <a:buSzPts val="12480"/>
              <a:buNone/>
              <a:defRPr sz="12480"/>
            </a:lvl2pPr>
            <a:lvl3pPr lvl="2" algn="ctr">
              <a:spcBef>
                <a:spcPts val="0"/>
              </a:spcBef>
              <a:spcAft>
                <a:spcPts val="0"/>
              </a:spcAft>
              <a:buSzPts val="12480"/>
              <a:buNone/>
              <a:defRPr sz="12480"/>
            </a:lvl3pPr>
            <a:lvl4pPr lvl="3" algn="ctr">
              <a:spcBef>
                <a:spcPts val="0"/>
              </a:spcBef>
              <a:spcAft>
                <a:spcPts val="0"/>
              </a:spcAft>
              <a:buSzPts val="12480"/>
              <a:buNone/>
              <a:defRPr sz="12480"/>
            </a:lvl4pPr>
            <a:lvl5pPr lvl="4" algn="ctr">
              <a:spcBef>
                <a:spcPts val="0"/>
              </a:spcBef>
              <a:spcAft>
                <a:spcPts val="0"/>
              </a:spcAft>
              <a:buSzPts val="12480"/>
              <a:buNone/>
              <a:defRPr sz="12480"/>
            </a:lvl5pPr>
            <a:lvl6pPr lvl="5" algn="ctr">
              <a:spcBef>
                <a:spcPts val="0"/>
              </a:spcBef>
              <a:spcAft>
                <a:spcPts val="0"/>
              </a:spcAft>
              <a:buSzPts val="12480"/>
              <a:buNone/>
              <a:defRPr sz="12480"/>
            </a:lvl6pPr>
            <a:lvl7pPr lvl="6" algn="ctr">
              <a:spcBef>
                <a:spcPts val="0"/>
              </a:spcBef>
              <a:spcAft>
                <a:spcPts val="0"/>
              </a:spcAft>
              <a:buSzPts val="12480"/>
              <a:buNone/>
              <a:defRPr sz="12480"/>
            </a:lvl7pPr>
            <a:lvl8pPr lvl="7" algn="ctr">
              <a:spcBef>
                <a:spcPts val="0"/>
              </a:spcBef>
              <a:spcAft>
                <a:spcPts val="0"/>
              </a:spcAft>
              <a:buSzPts val="12480"/>
              <a:buNone/>
              <a:defRPr sz="12480"/>
            </a:lvl8pPr>
            <a:lvl9pPr lvl="8" algn="ctr">
              <a:spcBef>
                <a:spcPts val="0"/>
              </a:spcBef>
              <a:spcAft>
                <a:spcPts val="0"/>
              </a:spcAft>
              <a:buSzPts val="12480"/>
              <a:buNone/>
              <a:defRPr sz="1248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79250" y="10076889"/>
            <a:ext cx="21301500" cy="2818500"/>
          </a:xfrm>
          <a:prstGeom prst="rect">
            <a:avLst/>
          </a:prstGeom>
        </p:spPr>
        <p:txBody>
          <a:bodyPr anchorCtr="0" anchor="t" bIns="219425" lIns="219425" spcFirstLastPara="1" rIns="219425" wrap="square" tIns="219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1181145" y="16580326"/>
            <a:ext cx="1371900" cy="13998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79250" y="7647467"/>
            <a:ext cx="21301500" cy="29934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1pPr>
            <a:lvl2pPr lvl="1" algn="ctr"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2pPr>
            <a:lvl3pPr lvl="2" algn="ctr"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3pPr>
            <a:lvl4pPr lvl="3" algn="ctr"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4pPr>
            <a:lvl5pPr lvl="4" algn="ctr"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5pPr>
            <a:lvl6pPr lvl="5" algn="ctr"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6pPr>
            <a:lvl7pPr lvl="6" algn="ctr"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7pPr>
            <a:lvl8pPr lvl="7" algn="ctr"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8pPr>
            <a:lvl9pPr lvl="8" algn="ctr"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1181145" y="16580326"/>
            <a:ext cx="1371900" cy="13998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779250" y="1582311"/>
            <a:ext cx="21301500" cy="2036100"/>
          </a:xfrm>
          <a:prstGeom prst="rect">
            <a:avLst/>
          </a:prstGeom>
        </p:spPr>
        <p:txBody>
          <a:bodyPr anchorCtr="0" anchor="t" bIns="219425" lIns="219425" spcFirstLastPara="1" rIns="219425" wrap="square" tIns="219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1pPr>
            <a:lvl2pPr lvl="1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2pPr>
            <a:lvl3pPr lvl="2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3pPr>
            <a:lvl4pPr lvl="3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4pPr>
            <a:lvl5pPr lvl="4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5pPr>
            <a:lvl6pPr lvl="5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6pPr>
            <a:lvl7pPr lvl="6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7pPr>
            <a:lvl8pPr lvl="7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8pPr>
            <a:lvl9pPr lvl="8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79250" y="4097689"/>
            <a:ext cx="21301500" cy="12147000"/>
          </a:xfrm>
          <a:prstGeom prst="rect">
            <a:avLst/>
          </a:prstGeom>
        </p:spPr>
        <p:txBody>
          <a:bodyPr anchorCtr="0" anchor="t" bIns="219425" lIns="219425" spcFirstLastPara="1" rIns="219425" wrap="square" tIns="219425">
            <a:normAutofit/>
          </a:bodyPr>
          <a:lstStyle>
            <a:lvl1pPr indent="-502920" lvl="0" marL="457200">
              <a:spcBef>
                <a:spcPts val="0"/>
              </a:spcBef>
              <a:spcAft>
                <a:spcPts val="0"/>
              </a:spcAft>
              <a:buSzPts val="4320"/>
              <a:buChar char="●"/>
              <a:defRPr sz="4320"/>
            </a:lvl1pPr>
            <a:lvl2pPr indent="-441960" lvl="1" marL="914400">
              <a:spcBef>
                <a:spcPts val="0"/>
              </a:spcBef>
              <a:spcAft>
                <a:spcPts val="0"/>
              </a:spcAft>
              <a:buSzPts val="3360"/>
              <a:buChar char="○"/>
              <a:defRPr sz="3360"/>
            </a:lvl2pPr>
            <a:lvl3pPr indent="-441960" lvl="2" marL="1371600">
              <a:spcBef>
                <a:spcPts val="0"/>
              </a:spcBef>
              <a:spcAft>
                <a:spcPts val="0"/>
              </a:spcAft>
              <a:buSzPts val="3360"/>
              <a:buChar char="■"/>
              <a:defRPr sz="3360"/>
            </a:lvl3pPr>
            <a:lvl4pPr indent="-441960" lvl="3" marL="1828800">
              <a:spcBef>
                <a:spcPts val="0"/>
              </a:spcBef>
              <a:spcAft>
                <a:spcPts val="0"/>
              </a:spcAft>
              <a:buSzPts val="3360"/>
              <a:buChar char="●"/>
              <a:defRPr sz="3360"/>
            </a:lvl4pPr>
            <a:lvl5pPr indent="-441960" lvl="4" marL="2286000">
              <a:spcBef>
                <a:spcPts val="0"/>
              </a:spcBef>
              <a:spcAft>
                <a:spcPts val="0"/>
              </a:spcAft>
              <a:buSzPts val="3360"/>
              <a:buChar char="○"/>
              <a:defRPr sz="3360"/>
            </a:lvl5pPr>
            <a:lvl6pPr indent="-441960" lvl="5" marL="2743200">
              <a:spcBef>
                <a:spcPts val="0"/>
              </a:spcBef>
              <a:spcAft>
                <a:spcPts val="0"/>
              </a:spcAft>
              <a:buSzPts val="3360"/>
              <a:buChar char="■"/>
              <a:defRPr sz="3360"/>
            </a:lvl6pPr>
            <a:lvl7pPr indent="-441960" lvl="6" marL="3200400">
              <a:spcBef>
                <a:spcPts val="0"/>
              </a:spcBef>
              <a:spcAft>
                <a:spcPts val="0"/>
              </a:spcAft>
              <a:buSzPts val="3360"/>
              <a:buChar char="●"/>
              <a:defRPr sz="3360"/>
            </a:lvl7pPr>
            <a:lvl8pPr indent="-441960" lvl="7" marL="3657600">
              <a:spcBef>
                <a:spcPts val="0"/>
              </a:spcBef>
              <a:spcAft>
                <a:spcPts val="0"/>
              </a:spcAft>
              <a:buSzPts val="3360"/>
              <a:buChar char="○"/>
              <a:defRPr sz="3360"/>
            </a:lvl8pPr>
            <a:lvl9pPr indent="-441960" lvl="8" marL="4114800">
              <a:spcBef>
                <a:spcPts val="0"/>
              </a:spcBef>
              <a:spcAft>
                <a:spcPts val="0"/>
              </a:spcAft>
              <a:buSzPts val="3360"/>
              <a:buChar char="■"/>
              <a:defRPr sz="336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1181145" y="16580326"/>
            <a:ext cx="1371900" cy="13998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779250" y="1582311"/>
            <a:ext cx="21301500" cy="2036100"/>
          </a:xfrm>
          <a:prstGeom prst="rect">
            <a:avLst/>
          </a:prstGeom>
        </p:spPr>
        <p:txBody>
          <a:bodyPr anchorCtr="0" anchor="t" bIns="219425" lIns="219425" spcFirstLastPara="1" rIns="219425" wrap="square" tIns="219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1pPr>
            <a:lvl2pPr lvl="1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2pPr>
            <a:lvl3pPr lvl="2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3pPr>
            <a:lvl4pPr lvl="3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4pPr>
            <a:lvl5pPr lvl="4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5pPr>
            <a:lvl6pPr lvl="5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6pPr>
            <a:lvl7pPr lvl="6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7pPr>
            <a:lvl8pPr lvl="7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8pPr>
            <a:lvl9pPr lvl="8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779250" y="4097689"/>
            <a:ext cx="9999600" cy="12147000"/>
          </a:xfrm>
          <a:prstGeom prst="rect">
            <a:avLst/>
          </a:prstGeom>
        </p:spPr>
        <p:txBody>
          <a:bodyPr anchorCtr="0" anchor="t" bIns="219425" lIns="219425" spcFirstLastPara="1" rIns="219425" wrap="square" tIns="219425">
            <a:normAutofit/>
          </a:bodyPr>
          <a:lstStyle>
            <a:lvl1pPr indent="-441960" lvl="0" marL="457200">
              <a:spcBef>
                <a:spcPts val="0"/>
              </a:spcBef>
              <a:spcAft>
                <a:spcPts val="0"/>
              </a:spcAft>
              <a:buSzPts val="3360"/>
              <a:buChar char="●"/>
              <a:defRPr sz="3360"/>
            </a:lvl1pPr>
            <a:lvl2pPr indent="-411480" lvl="1" marL="914400">
              <a:spcBef>
                <a:spcPts val="0"/>
              </a:spcBef>
              <a:spcAft>
                <a:spcPts val="0"/>
              </a:spcAft>
              <a:buSzPts val="2880"/>
              <a:buChar char="○"/>
              <a:defRPr sz="2880"/>
            </a:lvl2pPr>
            <a:lvl3pPr indent="-411480" lvl="2" marL="1371600">
              <a:spcBef>
                <a:spcPts val="0"/>
              </a:spcBef>
              <a:spcAft>
                <a:spcPts val="0"/>
              </a:spcAft>
              <a:buSzPts val="2880"/>
              <a:buChar char="■"/>
              <a:defRPr sz="2880"/>
            </a:lvl3pPr>
            <a:lvl4pPr indent="-411480" lvl="3" marL="1828800">
              <a:spcBef>
                <a:spcPts val="0"/>
              </a:spcBef>
              <a:spcAft>
                <a:spcPts val="0"/>
              </a:spcAft>
              <a:buSzPts val="2880"/>
              <a:buChar char="●"/>
              <a:defRPr sz="2880"/>
            </a:lvl4pPr>
            <a:lvl5pPr indent="-411480" lvl="4" marL="2286000">
              <a:spcBef>
                <a:spcPts val="0"/>
              </a:spcBef>
              <a:spcAft>
                <a:spcPts val="0"/>
              </a:spcAft>
              <a:buSzPts val="2880"/>
              <a:buChar char="○"/>
              <a:defRPr sz="2880"/>
            </a:lvl5pPr>
            <a:lvl6pPr indent="-411480" lvl="5" marL="2743200">
              <a:spcBef>
                <a:spcPts val="0"/>
              </a:spcBef>
              <a:spcAft>
                <a:spcPts val="0"/>
              </a:spcAft>
              <a:buSzPts val="2880"/>
              <a:buChar char="■"/>
              <a:defRPr sz="2880"/>
            </a:lvl6pPr>
            <a:lvl7pPr indent="-411480" lvl="6" marL="3200400">
              <a:spcBef>
                <a:spcPts val="0"/>
              </a:spcBef>
              <a:spcAft>
                <a:spcPts val="0"/>
              </a:spcAft>
              <a:buSzPts val="2880"/>
              <a:buChar char="●"/>
              <a:defRPr sz="2880"/>
            </a:lvl7pPr>
            <a:lvl8pPr indent="-411480" lvl="7" marL="3657600">
              <a:spcBef>
                <a:spcPts val="0"/>
              </a:spcBef>
              <a:spcAft>
                <a:spcPts val="0"/>
              </a:spcAft>
              <a:buSzPts val="2880"/>
              <a:buChar char="○"/>
              <a:defRPr sz="2880"/>
            </a:lvl8pPr>
            <a:lvl9pPr indent="-411480" lvl="8" marL="4114800">
              <a:spcBef>
                <a:spcPts val="0"/>
              </a:spcBef>
              <a:spcAft>
                <a:spcPts val="0"/>
              </a:spcAft>
              <a:buSzPts val="2880"/>
              <a:buChar char="■"/>
              <a:defRPr sz="288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2081000" y="4097689"/>
            <a:ext cx="9999600" cy="12147000"/>
          </a:xfrm>
          <a:prstGeom prst="rect">
            <a:avLst/>
          </a:prstGeom>
        </p:spPr>
        <p:txBody>
          <a:bodyPr anchorCtr="0" anchor="t" bIns="219425" lIns="219425" spcFirstLastPara="1" rIns="219425" wrap="square" tIns="219425">
            <a:normAutofit/>
          </a:bodyPr>
          <a:lstStyle>
            <a:lvl1pPr indent="-441960" lvl="0" marL="457200">
              <a:spcBef>
                <a:spcPts val="0"/>
              </a:spcBef>
              <a:spcAft>
                <a:spcPts val="0"/>
              </a:spcAft>
              <a:buSzPts val="3360"/>
              <a:buChar char="●"/>
              <a:defRPr sz="3360"/>
            </a:lvl1pPr>
            <a:lvl2pPr indent="-411480" lvl="1" marL="914400">
              <a:spcBef>
                <a:spcPts val="0"/>
              </a:spcBef>
              <a:spcAft>
                <a:spcPts val="0"/>
              </a:spcAft>
              <a:buSzPts val="2880"/>
              <a:buChar char="○"/>
              <a:defRPr sz="2880"/>
            </a:lvl2pPr>
            <a:lvl3pPr indent="-411480" lvl="2" marL="1371600">
              <a:spcBef>
                <a:spcPts val="0"/>
              </a:spcBef>
              <a:spcAft>
                <a:spcPts val="0"/>
              </a:spcAft>
              <a:buSzPts val="2880"/>
              <a:buChar char="■"/>
              <a:defRPr sz="2880"/>
            </a:lvl3pPr>
            <a:lvl4pPr indent="-411480" lvl="3" marL="1828800">
              <a:spcBef>
                <a:spcPts val="0"/>
              </a:spcBef>
              <a:spcAft>
                <a:spcPts val="0"/>
              </a:spcAft>
              <a:buSzPts val="2880"/>
              <a:buChar char="●"/>
              <a:defRPr sz="2880"/>
            </a:lvl4pPr>
            <a:lvl5pPr indent="-411480" lvl="4" marL="2286000">
              <a:spcBef>
                <a:spcPts val="0"/>
              </a:spcBef>
              <a:spcAft>
                <a:spcPts val="0"/>
              </a:spcAft>
              <a:buSzPts val="2880"/>
              <a:buChar char="○"/>
              <a:defRPr sz="2880"/>
            </a:lvl5pPr>
            <a:lvl6pPr indent="-411480" lvl="5" marL="2743200">
              <a:spcBef>
                <a:spcPts val="0"/>
              </a:spcBef>
              <a:spcAft>
                <a:spcPts val="0"/>
              </a:spcAft>
              <a:buSzPts val="2880"/>
              <a:buChar char="■"/>
              <a:defRPr sz="2880"/>
            </a:lvl6pPr>
            <a:lvl7pPr indent="-411480" lvl="6" marL="3200400">
              <a:spcBef>
                <a:spcPts val="0"/>
              </a:spcBef>
              <a:spcAft>
                <a:spcPts val="0"/>
              </a:spcAft>
              <a:buSzPts val="2880"/>
              <a:buChar char="●"/>
              <a:defRPr sz="2880"/>
            </a:lvl7pPr>
            <a:lvl8pPr indent="-411480" lvl="7" marL="3657600">
              <a:spcBef>
                <a:spcPts val="0"/>
              </a:spcBef>
              <a:spcAft>
                <a:spcPts val="0"/>
              </a:spcAft>
              <a:buSzPts val="2880"/>
              <a:buChar char="○"/>
              <a:defRPr sz="2880"/>
            </a:lvl8pPr>
            <a:lvl9pPr indent="-411480" lvl="8" marL="4114800">
              <a:spcBef>
                <a:spcPts val="0"/>
              </a:spcBef>
              <a:spcAft>
                <a:spcPts val="0"/>
              </a:spcAft>
              <a:buSzPts val="2880"/>
              <a:buChar char="■"/>
              <a:defRPr sz="288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1181145" y="16580326"/>
            <a:ext cx="1371900" cy="13998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779250" y="1582311"/>
            <a:ext cx="21301500" cy="2036100"/>
          </a:xfrm>
          <a:prstGeom prst="rect">
            <a:avLst/>
          </a:prstGeom>
        </p:spPr>
        <p:txBody>
          <a:bodyPr anchorCtr="0" anchor="t" bIns="219425" lIns="219425" spcFirstLastPara="1" rIns="219425" wrap="square" tIns="219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1pPr>
            <a:lvl2pPr lvl="1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2pPr>
            <a:lvl3pPr lvl="2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3pPr>
            <a:lvl4pPr lvl="3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4pPr>
            <a:lvl5pPr lvl="4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5pPr>
            <a:lvl6pPr lvl="5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6pPr>
            <a:lvl7pPr lvl="6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7pPr>
            <a:lvl8pPr lvl="7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8pPr>
            <a:lvl9pPr lvl="8">
              <a:spcBef>
                <a:spcPts val="0"/>
              </a:spcBef>
              <a:spcAft>
                <a:spcPts val="0"/>
              </a:spcAft>
              <a:buSzPts val="6720"/>
              <a:buNone/>
              <a:defRPr sz="672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1181145" y="16580326"/>
            <a:ext cx="1371900" cy="13998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779250" y="1975467"/>
            <a:ext cx="7020000" cy="2687100"/>
          </a:xfrm>
          <a:prstGeom prst="rect">
            <a:avLst/>
          </a:prstGeom>
        </p:spPr>
        <p:txBody>
          <a:bodyPr anchorCtr="0" anchor="b" bIns="219425" lIns="219425" spcFirstLastPara="1" rIns="219425" wrap="square" tIns="219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1pPr>
            <a:lvl2pPr lvl="1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2pPr>
            <a:lvl3pPr lvl="2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3pPr>
            <a:lvl4pPr lvl="3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4pPr>
            <a:lvl5pPr lvl="4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5pPr>
            <a:lvl6pPr lvl="5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6pPr>
            <a:lvl7pPr lvl="6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7pPr>
            <a:lvl8pPr lvl="7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8pPr>
            <a:lvl9pPr lvl="8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779250" y="4940800"/>
            <a:ext cx="7020000" cy="11304900"/>
          </a:xfrm>
          <a:prstGeom prst="rect">
            <a:avLst/>
          </a:prstGeom>
        </p:spPr>
        <p:txBody>
          <a:bodyPr anchorCtr="0" anchor="t" bIns="219425" lIns="219425" spcFirstLastPara="1" rIns="219425" wrap="square" tIns="219425">
            <a:normAutofit/>
          </a:bodyPr>
          <a:lstStyle>
            <a:lvl1pPr indent="-411480" lvl="0" marL="457200">
              <a:spcBef>
                <a:spcPts val="0"/>
              </a:spcBef>
              <a:spcAft>
                <a:spcPts val="0"/>
              </a:spcAft>
              <a:buSzPts val="2880"/>
              <a:buChar char="●"/>
              <a:defRPr sz="2880"/>
            </a:lvl1pPr>
            <a:lvl2pPr indent="-411480" lvl="1" marL="914400">
              <a:spcBef>
                <a:spcPts val="0"/>
              </a:spcBef>
              <a:spcAft>
                <a:spcPts val="0"/>
              </a:spcAft>
              <a:buSzPts val="2880"/>
              <a:buChar char="○"/>
              <a:defRPr sz="2880"/>
            </a:lvl2pPr>
            <a:lvl3pPr indent="-411480" lvl="2" marL="1371600">
              <a:spcBef>
                <a:spcPts val="0"/>
              </a:spcBef>
              <a:spcAft>
                <a:spcPts val="0"/>
              </a:spcAft>
              <a:buSzPts val="2880"/>
              <a:buChar char="■"/>
              <a:defRPr sz="2880"/>
            </a:lvl3pPr>
            <a:lvl4pPr indent="-411480" lvl="3" marL="1828800">
              <a:spcBef>
                <a:spcPts val="0"/>
              </a:spcBef>
              <a:spcAft>
                <a:spcPts val="0"/>
              </a:spcAft>
              <a:buSzPts val="2880"/>
              <a:buChar char="●"/>
              <a:defRPr sz="2880"/>
            </a:lvl4pPr>
            <a:lvl5pPr indent="-411480" lvl="4" marL="2286000">
              <a:spcBef>
                <a:spcPts val="0"/>
              </a:spcBef>
              <a:spcAft>
                <a:spcPts val="0"/>
              </a:spcAft>
              <a:buSzPts val="2880"/>
              <a:buChar char="○"/>
              <a:defRPr sz="2880"/>
            </a:lvl5pPr>
            <a:lvl6pPr indent="-411480" lvl="5" marL="2743200">
              <a:spcBef>
                <a:spcPts val="0"/>
              </a:spcBef>
              <a:spcAft>
                <a:spcPts val="0"/>
              </a:spcAft>
              <a:buSzPts val="2880"/>
              <a:buChar char="■"/>
              <a:defRPr sz="2880"/>
            </a:lvl6pPr>
            <a:lvl7pPr indent="-411480" lvl="6" marL="3200400">
              <a:spcBef>
                <a:spcPts val="0"/>
              </a:spcBef>
              <a:spcAft>
                <a:spcPts val="0"/>
              </a:spcAft>
              <a:buSzPts val="2880"/>
              <a:buChar char="●"/>
              <a:defRPr sz="2880"/>
            </a:lvl7pPr>
            <a:lvl8pPr indent="-411480" lvl="7" marL="3657600">
              <a:spcBef>
                <a:spcPts val="0"/>
              </a:spcBef>
              <a:spcAft>
                <a:spcPts val="0"/>
              </a:spcAft>
              <a:buSzPts val="2880"/>
              <a:buChar char="○"/>
              <a:defRPr sz="2880"/>
            </a:lvl8pPr>
            <a:lvl9pPr indent="-411480" lvl="8" marL="4114800">
              <a:spcBef>
                <a:spcPts val="0"/>
              </a:spcBef>
              <a:spcAft>
                <a:spcPts val="0"/>
              </a:spcAft>
              <a:buSzPts val="2880"/>
              <a:buChar char="■"/>
              <a:defRPr sz="288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1181145" y="16580326"/>
            <a:ext cx="1371900" cy="13998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225625" y="1600533"/>
            <a:ext cx="15919500" cy="145449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520"/>
              <a:buNone/>
              <a:defRPr sz="11520"/>
            </a:lvl1pPr>
            <a:lvl2pPr lvl="1">
              <a:spcBef>
                <a:spcPts val="0"/>
              </a:spcBef>
              <a:spcAft>
                <a:spcPts val="0"/>
              </a:spcAft>
              <a:buSzPts val="11520"/>
              <a:buNone/>
              <a:defRPr sz="11520"/>
            </a:lvl2pPr>
            <a:lvl3pPr lvl="2">
              <a:spcBef>
                <a:spcPts val="0"/>
              </a:spcBef>
              <a:spcAft>
                <a:spcPts val="0"/>
              </a:spcAft>
              <a:buSzPts val="11520"/>
              <a:buNone/>
              <a:defRPr sz="11520"/>
            </a:lvl3pPr>
            <a:lvl4pPr lvl="3">
              <a:spcBef>
                <a:spcPts val="0"/>
              </a:spcBef>
              <a:spcAft>
                <a:spcPts val="0"/>
              </a:spcAft>
              <a:buSzPts val="11520"/>
              <a:buNone/>
              <a:defRPr sz="11520"/>
            </a:lvl4pPr>
            <a:lvl5pPr lvl="4">
              <a:spcBef>
                <a:spcPts val="0"/>
              </a:spcBef>
              <a:spcAft>
                <a:spcPts val="0"/>
              </a:spcAft>
              <a:buSzPts val="11520"/>
              <a:buNone/>
              <a:defRPr sz="11520"/>
            </a:lvl5pPr>
            <a:lvl6pPr lvl="5">
              <a:spcBef>
                <a:spcPts val="0"/>
              </a:spcBef>
              <a:spcAft>
                <a:spcPts val="0"/>
              </a:spcAft>
              <a:buSzPts val="11520"/>
              <a:buNone/>
              <a:defRPr sz="11520"/>
            </a:lvl6pPr>
            <a:lvl7pPr lvl="6">
              <a:spcBef>
                <a:spcPts val="0"/>
              </a:spcBef>
              <a:spcAft>
                <a:spcPts val="0"/>
              </a:spcAft>
              <a:buSzPts val="11520"/>
              <a:buNone/>
              <a:defRPr sz="11520"/>
            </a:lvl7pPr>
            <a:lvl8pPr lvl="7">
              <a:spcBef>
                <a:spcPts val="0"/>
              </a:spcBef>
              <a:spcAft>
                <a:spcPts val="0"/>
              </a:spcAft>
              <a:buSzPts val="11520"/>
              <a:buNone/>
              <a:defRPr sz="11520"/>
            </a:lvl8pPr>
            <a:lvl9pPr lvl="8">
              <a:spcBef>
                <a:spcPts val="0"/>
              </a:spcBef>
              <a:spcAft>
                <a:spcPts val="0"/>
              </a:spcAft>
              <a:buSzPts val="11520"/>
              <a:buNone/>
              <a:defRPr sz="1152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1181145" y="16580326"/>
            <a:ext cx="1371900" cy="13998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1430000" y="-444"/>
            <a:ext cx="114300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19425" lIns="219425" spcFirstLastPara="1" rIns="219425" wrap="square" tIns="21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663750" y="4384622"/>
            <a:ext cx="10113000" cy="5270400"/>
          </a:xfrm>
          <a:prstGeom prst="rect">
            <a:avLst/>
          </a:prstGeom>
        </p:spPr>
        <p:txBody>
          <a:bodyPr anchorCtr="0" anchor="b" bIns="219425" lIns="219425" spcFirstLastPara="1" rIns="219425" wrap="square" tIns="219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80"/>
              <a:buNone/>
              <a:defRPr sz="1008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80"/>
              <a:buNone/>
              <a:defRPr sz="1008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80"/>
              <a:buNone/>
              <a:defRPr sz="1008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80"/>
              <a:buNone/>
              <a:defRPr sz="1008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80"/>
              <a:buNone/>
              <a:defRPr sz="1008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80"/>
              <a:buNone/>
              <a:defRPr sz="1008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80"/>
              <a:buNone/>
              <a:defRPr sz="1008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80"/>
              <a:buNone/>
              <a:defRPr sz="1008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80"/>
              <a:buNone/>
              <a:defRPr sz="1008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663750" y="9966489"/>
            <a:ext cx="10113000" cy="4391100"/>
          </a:xfrm>
          <a:prstGeom prst="rect">
            <a:avLst/>
          </a:prstGeom>
        </p:spPr>
        <p:txBody>
          <a:bodyPr anchorCtr="0" anchor="t" bIns="219425" lIns="219425" spcFirstLastPara="1" rIns="219425" wrap="square" tIns="219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2348750" y="2574489"/>
            <a:ext cx="9592500" cy="131385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indent="-502920" lvl="0" marL="457200">
              <a:spcBef>
                <a:spcPts val="0"/>
              </a:spcBef>
              <a:spcAft>
                <a:spcPts val="0"/>
              </a:spcAft>
              <a:buSzPts val="4320"/>
              <a:buChar char="●"/>
              <a:defRPr sz="4320"/>
            </a:lvl1pPr>
            <a:lvl2pPr indent="-441960" lvl="1" marL="914400">
              <a:spcBef>
                <a:spcPts val="0"/>
              </a:spcBef>
              <a:spcAft>
                <a:spcPts val="0"/>
              </a:spcAft>
              <a:buSzPts val="3360"/>
              <a:buChar char="○"/>
              <a:defRPr sz="3360"/>
            </a:lvl2pPr>
            <a:lvl3pPr indent="-441960" lvl="2" marL="1371600">
              <a:spcBef>
                <a:spcPts val="0"/>
              </a:spcBef>
              <a:spcAft>
                <a:spcPts val="0"/>
              </a:spcAft>
              <a:buSzPts val="3360"/>
              <a:buChar char="■"/>
              <a:defRPr sz="3360"/>
            </a:lvl3pPr>
            <a:lvl4pPr indent="-441960" lvl="3" marL="1828800">
              <a:spcBef>
                <a:spcPts val="0"/>
              </a:spcBef>
              <a:spcAft>
                <a:spcPts val="0"/>
              </a:spcAft>
              <a:buSzPts val="3360"/>
              <a:buChar char="●"/>
              <a:defRPr sz="3360"/>
            </a:lvl4pPr>
            <a:lvl5pPr indent="-441960" lvl="4" marL="2286000">
              <a:spcBef>
                <a:spcPts val="0"/>
              </a:spcBef>
              <a:spcAft>
                <a:spcPts val="0"/>
              </a:spcAft>
              <a:buSzPts val="3360"/>
              <a:buChar char="○"/>
              <a:defRPr sz="3360"/>
            </a:lvl5pPr>
            <a:lvl6pPr indent="-441960" lvl="5" marL="2743200">
              <a:spcBef>
                <a:spcPts val="0"/>
              </a:spcBef>
              <a:spcAft>
                <a:spcPts val="0"/>
              </a:spcAft>
              <a:buSzPts val="3360"/>
              <a:buChar char="■"/>
              <a:defRPr sz="3360"/>
            </a:lvl6pPr>
            <a:lvl7pPr indent="-441960" lvl="6" marL="3200400">
              <a:spcBef>
                <a:spcPts val="0"/>
              </a:spcBef>
              <a:spcAft>
                <a:spcPts val="0"/>
              </a:spcAft>
              <a:buSzPts val="3360"/>
              <a:buChar char="●"/>
              <a:defRPr sz="3360"/>
            </a:lvl7pPr>
            <a:lvl8pPr indent="-441960" lvl="7" marL="3657600">
              <a:spcBef>
                <a:spcPts val="0"/>
              </a:spcBef>
              <a:spcAft>
                <a:spcPts val="0"/>
              </a:spcAft>
              <a:buSzPts val="3360"/>
              <a:buChar char="○"/>
              <a:defRPr sz="3360"/>
            </a:lvl8pPr>
            <a:lvl9pPr indent="-441960" lvl="8" marL="4114800">
              <a:spcBef>
                <a:spcPts val="0"/>
              </a:spcBef>
              <a:spcAft>
                <a:spcPts val="0"/>
              </a:spcAft>
              <a:buSzPts val="3360"/>
              <a:buChar char="■"/>
              <a:defRPr sz="336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1181145" y="16580326"/>
            <a:ext cx="1371900" cy="13998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779250" y="15042044"/>
            <a:ext cx="14997000" cy="21513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1181145" y="16580326"/>
            <a:ext cx="1371900" cy="13998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779250" y="3932889"/>
            <a:ext cx="21301500" cy="6981000"/>
          </a:xfrm>
          <a:prstGeom prst="rect">
            <a:avLst/>
          </a:prstGeom>
        </p:spPr>
        <p:txBody>
          <a:bodyPr anchorCtr="0" anchor="b" bIns="219425" lIns="219425" spcFirstLastPara="1" rIns="219425" wrap="square" tIns="219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800"/>
              <a:buNone/>
              <a:defRPr sz="28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800"/>
              <a:buNone/>
              <a:defRPr sz="28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800"/>
              <a:buNone/>
              <a:defRPr sz="28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800"/>
              <a:buNone/>
              <a:defRPr sz="28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800"/>
              <a:buNone/>
              <a:defRPr sz="28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800"/>
              <a:buNone/>
              <a:defRPr sz="28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800"/>
              <a:buNone/>
              <a:defRPr sz="28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800"/>
              <a:buNone/>
              <a:defRPr sz="28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800"/>
              <a:buNone/>
              <a:defRPr sz="28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779250" y="11207911"/>
            <a:ext cx="21301500" cy="4625400"/>
          </a:xfrm>
          <a:prstGeom prst="rect">
            <a:avLst/>
          </a:prstGeom>
        </p:spPr>
        <p:txBody>
          <a:bodyPr anchorCtr="0" anchor="t" bIns="219425" lIns="219425" spcFirstLastPara="1" rIns="219425" wrap="square" tIns="219425">
            <a:normAutofit/>
          </a:bodyPr>
          <a:lstStyle>
            <a:lvl1pPr indent="-502920" lvl="0" marL="457200" algn="ctr">
              <a:spcBef>
                <a:spcPts val="0"/>
              </a:spcBef>
              <a:spcAft>
                <a:spcPts val="0"/>
              </a:spcAft>
              <a:buSzPts val="4320"/>
              <a:buChar char="●"/>
              <a:defRPr sz="4320"/>
            </a:lvl1pPr>
            <a:lvl2pPr indent="-441960" lvl="1" marL="914400" algn="ctr">
              <a:spcBef>
                <a:spcPts val="0"/>
              </a:spcBef>
              <a:spcAft>
                <a:spcPts val="0"/>
              </a:spcAft>
              <a:buSzPts val="3360"/>
              <a:buChar char="○"/>
              <a:defRPr sz="3360"/>
            </a:lvl2pPr>
            <a:lvl3pPr indent="-441960" lvl="2" marL="1371600" algn="ctr">
              <a:spcBef>
                <a:spcPts val="0"/>
              </a:spcBef>
              <a:spcAft>
                <a:spcPts val="0"/>
              </a:spcAft>
              <a:buSzPts val="3360"/>
              <a:buChar char="■"/>
              <a:defRPr sz="3360"/>
            </a:lvl3pPr>
            <a:lvl4pPr indent="-441960" lvl="3" marL="1828800" algn="ctr">
              <a:spcBef>
                <a:spcPts val="0"/>
              </a:spcBef>
              <a:spcAft>
                <a:spcPts val="0"/>
              </a:spcAft>
              <a:buSzPts val="3360"/>
              <a:buChar char="●"/>
              <a:defRPr sz="3360"/>
            </a:lvl4pPr>
            <a:lvl5pPr indent="-441960" lvl="4" marL="2286000" algn="ctr">
              <a:spcBef>
                <a:spcPts val="0"/>
              </a:spcBef>
              <a:spcAft>
                <a:spcPts val="0"/>
              </a:spcAft>
              <a:buSzPts val="3360"/>
              <a:buChar char="○"/>
              <a:defRPr sz="3360"/>
            </a:lvl5pPr>
            <a:lvl6pPr indent="-441960" lvl="5" marL="2743200" algn="ctr">
              <a:spcBef>
                <a:spcPts val="0"/>
              </a:spcBef>
              <a:spcAft>
                <a:spcPts val="0"/>
              </a:spcAft>
              <a:buSzPts val="3360"/>
              <a:buChar char="■"/>
              <a:defRPr sz="3360"/>
            </a:lvl6pPr>
            <a:lvl7pPr indent="-441960" lvl="6" marL="3200400" algn="ctr">
              <a:spcBef>
                <a:spcPts val="0"/>
              </a:spcBef>
              <a:spcAft>
                <a:spcPts val="0"/>
              </a:spcAft>
              <a:buSzPts val="3360"/>
              <a:buChar char="●"/>
              <a:defRPr sz="3360"/>
            </a:lvl7pPr>
            <a:lvl8pPr indent="-441960" lvl="7" marL="3657600" algn="ctr">
              <a:spcBef>
                <a:spcPts val="0"/>
              </a:spcBef>
              <a:spcAft>
                <a:spcPts val="0"/>
              </a:spcAft>
              <a:buSzPts val="3360"/>
              <a:buChar char="○"/>
              <a:defRPr sz="3360"/>
            </a:lvl8pPr>
            <a:lvl9pPr indent="-441960" lvl="8" marL="4114800" algn="ctr">
              <a:spcBef>
                <a:spcPts val="0"/>
              </a:spcBef>
              <a:spcAft>
                <a:spcPts val="0"/>
              </a:spcAft>
              <a:buSzPts val="3360"/>
              <a:buChar char="■"/>
              <a:defRPr sz="3360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1181145" y="16580326"/>
            <a:ext cx="1371900" cy="13998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1181145" y="16580326"/>
            <a:ext cx="1371900" cy="1399800"/>
          </a:xfrm>
          <a:prstGeom prst="rect">
            <a:avLst/>
          </a:prstGeom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79250" y="1582311"/>
            <a:ext cx="21301500" cy="20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25" lIns="219425" spcFirstLastPara="1" rIns="219425" wrap="square" tIns="219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79250" y="4097689"/>
            <a:ext cx="21301500" cy="12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25" lIns="219425" spcFirstLastPara="1" rIns="219425" wrap="square" tIns="219425">
            <a:normAutofit/>
          </a:bodyPr>
          <a:lstStyle>
            <a:lvl1pPr indent="-50292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20"/>
              <a:buChar char="●"/>
              <a:defRPr sz="4320">
                <a:solidFill>
                  <a:schemeClr val="dk2"/>
                </a:solidFill>
              </a:defRPr>
            </a:lvl1pPr>
            <a:lvl2pPr indent="-44196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60"/>
              <a:buChar char="○"/>
              <a:defRPr sz="3360">
                <a:solidFill>
                  <a:schemeClr val="dk2"/>
                </a:solidFill>
              </a:defRPr>
            </a:lvl2pPr>
            <a:lvl3pPr indent="-44196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60"/>
              <a:buChar char="■"/>
              <a:defRPr sz="3360">
                <a:solidFill>
                  <a:schemeClr val="dk2"/>
                </a:solidFill>
              </a:defRPr>
            </a:lvl3pPr>
            <a:lvl4pPr indent="-44196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60"/>
              <a:buChar char="●"/>
              <a:defRPr sz="3360">
                <a:solidFill>
                  <a:schemeClr val="dk2"/>
                </a:solidFill>
              </a:defRPr>
            </a:lvl4pPr>
            <a:lvl5pPr indent="-44196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60"/>
              <a:buChar char="○"/>
              <a:defRPr sz="3360">
                <a:solidFill>
                  <a:schemeClr val="dk2"/>
                </a:solidFill>
              </a:defRPr>
            </a:lvl5pPr>
            <a:lvl6pPr indent="-44196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60"/>
              <a:buChar char="■"/>
              <a:defRPr sz="3360">
                <a:solidFill>
                  <a:schemeClr val="dk2"/>
                </a:solidFill>
              </a:defRPr>
            </a:lvl6pPr>
            <a:lvl7pPr indent="-44196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60"/>
              <a:buChar char="●"/>
              <a:defRPr sz="3360">
                <a:solidFill>
                  <a:schemeClr val="dk2"/>
                </a:solidFill>
              </a:defRPr>
            </a:lvl7pPr>
            <a:lvl8pPr indent="-44196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60"/>
              <a:buChar char="○"/>
              <a:defRPr sz="3360">
                <a:solidFill>
                  <a:schemeClr val="dk2"/>
                </a:solidFill>
              </a:defRPr>
            </a:lvl8pPr>
            <a:lvl9pPr indent="-44196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60"/>
              <a:buChar char="■"/>
              <a:defRPr sz="336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1181145" y="16580326"/>
            <a:ext cx="13719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25" lIns="219425" spcFirstLastPara="1" rIns="219425" wrap="square" tIns="219425">
            <a:normAutofit/>
          </a:bodyPr>
          <a:lstStyle>
            <a:lvl1pPr lvl="0" algn="r">
              <a:buNone/>
              <a:defRPr sz="2400">
                <a:solidFill>
                  <a:schemeClr val="dk2"/>
                </a:solidFill>
              </a:defRPr>
            </a:lvl1pPr>
            <a:lvl2pPr lvl="1" algn="r">
              <a:buNone/>
              <a:defRPr sz="2400">
                <a:solidFill>
                  <a:schemeClr val="dk2"/>
                </a:solidFill>
              </a:defRPr>
            </a:lvl2pPr>
            <a:lvl3pPr lvl="2" algn="r">
              <a:buNone/>
              <a:defRPr sz="2400">
                <a:solidFill>
                  <a:schemeClr val="dk2"/>
                </a:solidFill>
              </a:defRPr>
            </a:lvl3pPr>
            <a:lvl4pPr lvl="3" algn="r">
              <a:buNone/>
              <a:defRPr sz="2400">
                <a:solidFill>
                  <a:schemeClr val="dk2"/>
                </a:solidFill>
              </a:defRPr>
            </a:lvl4pPr>
            <a:lvl5pPr lvl="4" algn="r">
              <a:buNone/>
              <a:defRPr sz="2400">
                <a:solidFill>
                  <a:schemeClr val="dk2"/>
                </a:solidFill>
              </a:defRPr>
            </a:lvl5pPr>
            <a:lvl6pPr lvl="5" algn="r">
              <a:buNone/>
              <a:defRPr sz="2400">
                <a:solidFill>
                  <a:schemeClr val="dk2"/>
                </a:solidFill>
              </a:defRPr>
            </a:lvl6pPr>
            <a:lvl7pPr lvl="6" algn="r">
              <a:buNone/>
              <a:defRPr sz="2400">
                <a:solidFill>
                  <a:schemeClr val="dk2"/>
                </a:solidFill>
              </a:defRPr>
            </a:lvl7pPr>
            <a:lvl8pPr lvl="7" algn="r">
              <a:buNone/>
              <a:defRPr sz="2400">
                <a:solidFill>
                  <a:schemeClr val="dk2"/>
                </a:solidFill>
              </a:defRPr>
            </a:lvl8pPr>
            <a:lvl9pPr lvl="8" algn="r">
              <a:buNone/>
              <a:defRPr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070550" y="2775013"/>
            <a:ext cx="4211400" cy="160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2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425" lIns="219425" spcFirstLastPara="1" rIns="219425" wrap="square" tIns="21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Launch &amp; Commissioning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6698438" y="2690713"/>
            <a:ext cx="4211400" cy="177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2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425" lIns="219425" spcFirstLastPara="1" rIns="219425" wrap="square" tIns="21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Cruise &amp; Approach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2326350" y="2677363"/>
            <a:ext cx="3960600" cy="180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2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425" lIns="219425" spcFirstLastPara="1" rIns="219425" wrap="square" tIns="21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Europa Orbital Insertion and Reconnaissance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195950" y="6324588"/>
            <a:ext cx="3960600" cy="160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2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425" lIns="219425" spcFirstLastPara="1" rIns="219425" wrap="square" tIns="21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Rover Landing &amp; Calibration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070538" y="9405587"/>
            <a:ext cx="4211400" cy="207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2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425" lIns="219425" spcFirstLastPara="1" rIns="219425" wrap="square" tIns="21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Surface Survey And Ice Characterization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7578050" y="13534937"/>
            <a:ext cx="4211400" cy="207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2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425" lIns="219425" spcFirstLastPara="1" rIns="219425" wrap="square" tIns="21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Data Transmission And End Of Mission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" name="Google Shape;60;p13"/>
          <p:cNvCxnSpPr>
            <a:stCxn id="54" idx="3"/>
            <a:endCxn id="55" idx="1"/>
          </p:cNvCxnSpPr>
          <p:nvPr/>
        </p:nvCxnSpPr>
        <p:spPr>
          <a:xfrm>
            <a:off x="5281950" y="3579013"/>
            <a:ext cx="14166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" name="Google Shape;61;p13"/>
          <p:cNvCxnSpPr>
            <a:stCxn id="55" idx="3"/>
            <a:endCxn id="56" idx="1"/>
          </p:cNvCxnSpPr>
          <p:nvPr/>
        </p:nvCxnSpPr>
        <p:spPr>
          <a:xfrm>
            <a:off x="10909838" y="3579013"/>
            <a:ext cx="14166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" name="Google Shape;62;p13"/>
          <p:cNvCxnSpPr>
            <a:stCxn id="57" idx="2"/>
            <a:endCxn id="58" idx="0"/>
          </p:cNvCxnSpPr>
          <p:nvPr/>
        </p:nvCxnSpPr>
        <p:spPr>
          <a:xfrm>
            <a:off x="3176250" y="7932588"/>
            <a:ext cx="0" cy="1473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" name="Google Shape;63;p13"/>
          <p:cNvSpPr txBox="1"/>
          <p:nvPr/>
        </p:nvSpPr>
        <p:spPr>
          <a:xfrm>
            <a:off x="10961588" y="9039513"/>
            <a:ext cx="9558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</a:t>
            </a:r>
            <a:endParaRPr sz="432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17703450" y="2677363"/>
            <a:ext cx="3960600" cy="180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2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425" lIns="219425" spcFirstLastPara="1" rIns="219425" wrap="square" tIns="21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Orbital Agents: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Terrain Mapping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17703450" y="6226938"/>
            <a:ext cx="3960600" cy="180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2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425" lIns="219425" spcFirstLastPara="1" rIns="219425" wrap="square" tIns="21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Orbital Agents:</a:t>
            </a:r>
            <a:endParaRPr sz="336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Communications Relay 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12213538" y="6226938"/>
            <a:ext cx="3960600" cy="180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2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425" lIns="219425" spcFirstLastPara="1" rIns="219425" wrap="square" tIns="21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Orbital Agents: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Localization Support 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" name="Google Shape;67;p13"/>
          <p:cNvCxnSpPr>
            <a:stCxn id="56" idx="3"/>
            <a:endCxn id="64" idx="1"/>
          </p:cNvCxnSpPr>
          <p:nvPr/>
        </p:nvCxnSpPr>
        <p:spPr>
          <a:xfrm>
            <a:off x="16286950" y="3579013"/>
            <a:ext cx="14166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3"/>
          <p:cNvCxnSpPr>
            <a:stCxn id="64" idx="2"/>
            <a:endCxn id="65" idx="0"/>
          </p:cNvCxnSpPr>
          <p:nvPr/>
        </p:nvCxnSpPr>
        <p:spPr>
          <a:xfrm>
            <a:off x="19683750" y="4480663"/>
            <a:ext cx="0" cy="17463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3"/>
          <p:cNvCxnSpPr>
            <a:stCxn id="65" idx="1"/>
            <a:endCxn id="66" idx="3"/>
          </p:cNvCxnSpPr>
          <p:nvPr/>
        </p:nvCxnSpPr>
        <p:spPr>
          <a:xfrm rot="10800000">
            <a:off x="16174050" y="7128588"/>
            <a:ext cx="1529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3"/>
          <p:cNvCxnSpPr>
            <a:stCxn id="66" idx="1"/>
            <a:endCxn id="71" idx="0"/>
          </p:cNvCxnSpPr>
          <p:nvPr/>
        </p:nvCxnSpPr>
        <p:spPr>
          <a:xfrm rot="10800000">
            <a:off x="10423438" y="7128588"/>
            <a:ext cx="1790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3"/>
          <p:cNvSpPr txBox="1"/>
          <p:nvPr/>
        </p:nvSpPr>
        <p:spPr>
          <a:xfrm>
            <a:off x="5556271" y="6043888"/>
            <a:ext cx="1264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2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</a:t>
            </a:r>
            <a:endParaRPr sz="432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7023500" y="10681688"/>
            <a:ext cx="3323100" cy="160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2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425" lIns="219425" spcFirstLastPara="1" rIns="219425" wrap="square" tIns="21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Subsurface Ice Map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Generated 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18107550" y="10919138"/>
            <a:ext cx="3152400" cy="113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2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425" lIns="219425" spcFirstLastPara="1" rIns="219425" wrap="square" tIns="21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Cryobot Site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Selection 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12200938" y="10447850"/>
            <a:ext cx="4211400" cy="207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2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425" lIns="219425" spcFirstLastPara="1" rIns="219425" wrap="square" tIns="21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Autonomous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Decision Making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latin typeface="Roboto"/>
                <a:ea typeface="Roboto"/>
                <a:cs typeface="Roboto"/>
                <a:sym typeface="Roboto"/>
              </a:rPr>
              <a:t>and Consensus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" name="Google Shape;76;p13"/>
          <p:cNvCxnSpPr>
            <a:stCxn id="58" idx="3"/>
            <a:endCxn id="73" idx="1"/>
          </p:cNvCxnSpPr>
          <p:nvPr/>
        </p:nvCxnSpPr>
        <p:spPr>
          <a:xfrm>
            <a:off x="5281938" y="10443437"/>
            <a:ext cx="1741500" cy="1042200"/>
          </a:xfrm>
          <a:prstGeom prst="bentConnector3">
            <a:avLst>
              <a:gd fmla="val 50002" name="adj1"/>
            </a:avLst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3"/>
          <p:cNvCxnSpPr>
            <a:stCxn id="73" idx="3"/>
            <a:endCxn id="75" idx="1"/>
          </p:cNvCxnSpPr>
          <p:nvPr/>
        </p:nvCxnSpPr>
        <p:spPr>
          <a:xfrm>
            <a:off x="10346600" y="11485688"/>
            <a:ext cx="18543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3"/>
          <p:cNvCxnSpPr>
            <a:stCxn id="75" idx="3"/>
            <a:endCxn id="74" idx="1"/>
          </p:cNvCxnSpPr>
          <p:nvPr/>
        </p:nvCxnSpPr>
        <p:spPr>
          <a:xfrm>
            <a:off x="16412338" y="11485700"/>
            <a:ext cx="16953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3"/>
          <p:cNvCxnSpPr>
            <a:stCxn id="74" idx="2"/>
            <a:endCxn id="59" idx="0"/>
          </p:cNvCxnSpPr>
          <p:nvPr/>
        </p:nvCxnSpPr>
        <p:spPr>
          <a:xfrm>
            <a:off x="19683750" y="12052238"/>
            <a:ext cx="0" cy="14826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3"/>
          <p:cNvCxnSpPr>
            <a:stCxn id="71" idx="2"/>
            <a:endCxn id="57" idx="3"/>
          </p:cNvCxnSpPr>
          <p:nvPr/>
        </p:nvCxnSpPr>
        <p:spPr>
          <a:xfrm rot="10800000">
            <a:off x="5156438" y="7128588"/>
            <a:ext cx="1790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3"/>
          <p:cNvSpPr/>
          <p:nvPr/>
        </p:nvSpPr>
        <p:spPr>
          <a:xfrm>
            <a:off x="6946538" y="5958588"/>
            <a:ext cx="3477000" cy="23400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6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Landing Site Validated?</a:t>
            </a:r>
            <a:endParaRPr/>
          </a:p>
        </p:txBody>
      </p:sp>
      <p:cxnSp>
        <p:nvCxnSpPr>
          <p:cNvPr id="81" name="Google Shape;81;p13"/>
          <p:cNvCxnSpPr>
            <a:stCxn id="71" idx="1"/>
            <a:endCxn id="66" idx="2"/>
          </p:cNvCxnSpPr>
          <p:nvPr/>
        </p:nvCxnSpPr>
        <p:spPr>
          <a:xfrm rot="-5400000">
            <a:off x="11305388" y="5410038"/>
            <a:ext cx="268200" cy="5508900"/>
          </a:xfrm>
          <a:prstGeom prst="bentConnector3">
            <a:avLst>
              <a:gd fmla="val -236139" name="adj1"/>
            </a:avLst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